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71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tia.gov/sites/default/files/2025-09/ntia-us-frequency-allocation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943600" y="-457200"/>
            <a:ext cx="4114800" cy="2286000"/>
          </a:xfrm>
          <a:prstGeom prst="rect">
            <a:avLst/>
          </a:prstGeom>
          <a:solidFill>
            <a:srgbClr val="00D4AA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300000">
            <a:off x="6400800" y="-274320"/>
            <a:ext cx="3657600" cy="1828800"/>
          </a:xfrm>
          <a:prstGeom prst="rect">
            <a:avLst/>
          </a:prstGeom>
          <a:solidFill>
            <a:srgbClr val="0891B2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20116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STOIC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SWWG Community of Interest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80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B7A6B"/>
                </a:solidFill>
                <a:latin typeface="Consolas" pitchFamily="34" charset="0"/>
              </a:rPr>
              <a:t>Max Duverneuil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1828800"/>
            <a:ext cx="1463040" cy="1463040"/>
          </a:xfrm>
          <a:prstGeom prst="rect">
            <a:avLst/>
          </a:prstGeom>
        </p:spPr>
      </p:pic>
      <p:pic>
        <p:nvPicPr>
          <p:cNvPr id="1028" name="Picture 4" descr="US Navy Ships Wallpapers - Wallpaper Cave">
            <a:extLst>
              <a:ext uri="{FF2B5EF4-FFF2-40B4-BE49-F238E27FC236}">
                <a16:creationId xmlns:a16="http://schemas.microsoft.com/office/drawing/2014/main" id="{EDBE34CA-33BC-13A8-990C-442DDE495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4415">
            <a:off x="6498875" y="-228480"/>
            <a:ext cx="3461450" cy="165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REVERSE ENGINEERING?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analyzing a system to identify its components and their interrelationships, then creating representations of the system at a higher level of abstraction.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5292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1732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code, firmware, and data structures without execution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8046720" cy="6400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3016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38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Analysis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3840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system behavior at runtime — signals, I/O, memory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0740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Analysis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417320" y="4617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communication formats, command structures, and data flows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RE FOR SOTIC?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10058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3-30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5176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 Band Range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291840" cy="10058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Distance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291840" cy="10058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Complexity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4572000" cy="77724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61872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 System Understanding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9204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VLF collection systems predate modern documentation standards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0" y="2057400"/>
            <a:ext cx="4572000" cy="77724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21992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920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 Assessment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92040" y="2441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weaknesses in RF processing chains and firmware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14800" y="3017520"/>
            <a:ext cx="4572000" cy="77724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182112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920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Interoperability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9204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integration with new hardware and modern processing pipelines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114800" y="3977640"/>
            <a:ext cx="4572000" cy="77724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14223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9204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Optimization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9204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undocumented features and potential performance gains</a:t>
            </a:r>
            <a:endParaRPr lang="en-US" sz="1100" dirty="0"/>
          </a:p>
        </p:txBody>
      </p:sp>
      <p:pic>
        <p:nvPicPr>
          <p:cNvPr id="2050" name="Picture 2" descr="US Navy Ships Wallpapers - Wallpaper Cave">
            <a:extLst>
              <a:ext uri="{FF2B5EF4-FFF2-40B4-BE49-F238E27FC236}">
                <a16:creationId xmlns:a16="http://schemas.microsoft.com/office/drawing/2014/main" id="{204C9B0E-49DF-7C8F-7D0D-39DA418FF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950" y="2162968"/>
            <a:ext cx="4768850" cy="298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VLF COLLECTION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signal flow — each stage is an RE target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17320" cy="14630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17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Antenna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Front-End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1874520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94560" y="1371600"/>
            <a:ext cx="1417320" cy="14630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194560" y="1371600"/>
            <a:ext cx="14173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6459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8600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Digitizer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874520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40480" y="1371600"/>
            <a:ext cx="1417320" cy="14630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3840480" y="1371600"/>
            <a:ext cx="1417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64592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3192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874520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86400" y="1371600"/>
            <a:ext cx="1417320" cy="14630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5486400" y="1371600"/>
            <a:ext cx="14173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1645920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7784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74520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132320" y="1371600"/>
            <a:ext cx="1417320" cy="14630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7132320" y="1371600"/>
            <a:ext cx="1417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1645920"/>
            <a:ext cx="411480" cy="4114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22376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Export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8"/>
          <p:cNvSpPr/>
          <p:nvPr/>
        </p:nvSpPr>
        <p:spPr>
          <a:xfrm>
            <a:off x="7772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RE TARGETS PER STAGE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777240" y="36118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— Antenna tuning parameters, filter coefficients, impedance matching networks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— Sample rates, bit depth, clock sources, calibration routines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DSP/FPGA — Firmware bitstreams, filter chains, demodulation algorithms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— Detection thresholds, classification logic, noise reduction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 — File formats, metadata schemas, compression methods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METHODOLOGIES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approaches for systematic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6916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" cy="1691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of embedded firmware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graph reconstruction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&amp; symbol extraction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mapping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840480" cy="16916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64008" cy="1691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Analysis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1828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decomposition of VLF captures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scheme identification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synchronization recovery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 characterization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840480" cy="16916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64008" cy="1691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29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Decoding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3794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traffic capture (SPI, I2C, UART)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Command-response pattern mining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reconstruction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format identification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840480" cy="169164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3246120"/>
            <a:ext cx="64008" cy="1691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29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Black-Box Testing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3794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fuzzing &amp; boundary testing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stimulus-response mapping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under load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injection &amp; recovery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OF THE TRADE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914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4297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Disassemblers / Decompilers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Ghidra, IDA Pro, Binary Ninja, radare2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firmware 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8046720" cy="429768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Analyzers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Wireshark, Saleae Logic, sigrok, GNU Radio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&amp; signal capture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8046720" cy="4297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Platforms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2860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USRP, HackRF, RTL-SDR, KiwiSDR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2860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 signal capture &amp; replay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8046720" cy="429768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7432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Debuggers / Emulators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7432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GDB, OpenOCD, QEMU, J-Link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inspection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4297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2004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MATLAB, GNU Octave, SciPy, NumPy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algorithm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8046720" cy="429768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365760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/ Binary Editors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6576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HxD, 010 Editor, ImHex, binwalk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65760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data format analysis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1596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71600" y="422452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Ghidra's built-in processor modules support many embedded architectures found in VLF collection hardware. Custom loader scripts can handle proprietary firmware formats.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ENTRY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 when analyzing a system like STOIC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" y="1847088"/>
            <a:ext cx="27432" cy="164592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Interfaces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physical and logical I/O: serial ports, Ethernet, USB, debug headers (JTAG/SWD), RF connectors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" y="2578608"/>
            <a:ext cx="27432" cy="164592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Firmware Extraction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flash/EEPROM via debug interfaces, read firmware update packages, capture OTA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" y="3310128"/>
            <a:ext cx="27432" cy="164592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Buses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internal buses (SPI, I2C, UART) between modules. Map command/data flow between DSP, MCU, and host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1812" y="4041648"/>
            <a:ext cx="27432" cy="164592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Chain Probing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raw ADC output, intermediate DSP stages, and processed output. Compare against known VLF signals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70248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 Files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analyze config files, calibration data, frequency tables, and filter parameters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PROCESSING PIPELINE 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914400"/>
          </a:xfrm>
          <a:prstGeom prst="rect">
            <a:avLst/>
          </a:prstGeom>
          <a:solidFill>
            <a:srgbClr val="162A4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Output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1417320"/>
            <a:ext cx="182880" cy="182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21408" y="1097280"/>
            <a:ext cx="1371600" cy="914400"/>
          </a:xfrm>
          <a:prstGeom prst="rect">
            <a:avLst/>
          </a:prstGeom>
          <a:solidFill>
            <a:srgbClr val="162A4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121408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Band-Pass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21408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 Isolation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41732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94176" y="1097280"/>
            <a:ext cx="1371600" cy="914400"/>
          </a:xfrm>
          <a:prstGeom prst="rect">
            <a:avLst/>
          </a:prstGeom>
          <a:solidFill>
            <a:srgbClr val="162A4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694176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94176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Baseband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66944" y="1097280"/>
            <a:ext cx="1371600" cy="914400"/>
          </a:xfrm>
          <a:prstGeom prst="rect">
            <a:avLst/>
          </a:prstGeom>
          <a:solidFill>
            <a:srgbClr val="162A4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266944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266944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41732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39712" y="1097280"/>
            <a:ext cx="1371600" cy="914400"/>
          </a:xfrm>
          <a:prstGeom prst="rect">
            <a:avLst/>
          </a:prstGeom>
          <a:solidFill>
            <a:srgbClr val="162A46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839712" y="1143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839712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486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RE ANALYSIS AREAS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2743200"/>
            <a:ext cx="3840480" cy="91440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3152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Coefficients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3152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FIR/IIR tap values from firmware or FPGA bitstreams. Validate against expected VLF band characteristics.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3840480"/>
            <a:ext cx="3840480" cy="91440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3152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Rate &amp; Resolution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3152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ADC clock rates, decimation factors, and effective bandwidth through timing analysis.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754880" y="2743200"/>
            <a:ext cx="3840480" cy="91440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93776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Algorithms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9377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threshold logic, CFAR implementations, and signal classification decision trees.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754880" y="3840480"/>
            <a:ext cx="3840480" cy="91440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93776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Calibration Data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93776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and decode calibration tables, antenna gain patterns, and environmental correction factors.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and obstacles specific to VLF RF system 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990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Proprietary Architectures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16184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DSP cores and undocumented instruction sets in legacy VLF hardware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1444752"/>
            <a:ext cx="68580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14447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305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Bitstream Opacity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23500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logic from synthesized bitstreams is non-trivial; limited tooling for older FPGA families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0" y="2176272"/>
            <a:ext cx="68580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72400" y="21762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20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Analog/Digital Boundary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30815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 front-end behavior is heavily influenced by analog characteristics that don't appear in digital analysis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0" y="2907792"/>
            <a:ext cx="68580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772400" y="29077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47472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9359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Undocumented Data Formats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25880" y="38130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IQ sample formats, custom compression, and non-standard metadata encoding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772400" y="3639312"/>
            <a:ext cx="68580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772400" y="36393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2511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Anti-Tamper Mechanisms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325880" y="45445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protection, encrypted firmware, fused debug ports, and watchdog-triggered wipes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772400" y="4370832"/>
            <a:ext cx="68580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7772400" y="43708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 &amp; ETHICAL CONSIDERATIONS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 FRAMEWORK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§ 1201 exemptions for security research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CFAA boundaries — authorized vs. unauthorized 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control regulations (ITAR / EAR) for RF systems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obligations and NDA scope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awareness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162A46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ETHICAL GUIDELINES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348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disclosure of discovered vulnerabilities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impact on operational systems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share findings with authorized stakeholders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classification levels and need-to-know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chain of custody for extracted data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 &amp;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79576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097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the Known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published VLF standards (e.g., MSK, FSK modulation) as reference points. Compare observed signals against expected characteristics. Reference: </a:t>
            </a:r>
            <a:r>
              <a:rPr lang="en-US" sz="11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United States Frequency Allocations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8046720" cy="658368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Your Analysis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25880" y="2167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static firmware analysis with dynamic signal capture. Cross-validate findings at every stage.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606040"/>
            <a:ext cx="8046720" cy="6583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3405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 &amp; Script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25880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Ghidra scripts, GNU Radio flow graphs, and automated test harnesses. Reproducibility is critical.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1129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429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Everything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325880" y="3721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detailed RE journals. Record hypotheses, test results, memory maps, and signal captures with timestamps.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162A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88536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Collaborate Across Disciplines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325880" y="4498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VLF RE spans RF engineering, embedded systems, and software. Bring the full team to bear on complex systems.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967</Words>
  <Application>Microsoft Office PowerPoint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Engineering — VLF RF Collection Systems</dc:title>
  <dc:subject>PptxGenJS Presentation</dc:subject>
  <dc:creator>Software Working Group</dc:creator>
  <cp:lastModifiedBy>maxfduverneuil@gmail.com</cp:lastModifiedBy>
  <cp:revision>10</cp:revision>
  <dcterms:created xsi:type="dcterms:W3CDTF">2026-03-08T02:31:07Z</dcterms:created>
  <dcterms:modified xsi:type="dcterms:W3CDTF">2026-03-09T00:15:52Z</dcterms:modified>
</cp:coreProperties>
</file>